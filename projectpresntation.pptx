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79" r:id="rId7"/>
    <p:sldId id="290" r:id="rId8"/>
    <p:sldId id="262" r:id="rId9"/>
    <p:sldId id="291" r:id="rId10"/>
    <p:sldId id="292"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F65B29D0-DD12-DDC3-5CE1-E2A91AABFDBA}"/>
    <pc:docChg chg="modSld">
      <pc:chgData name="Aswini Kumar Motapothula" userId="S::aswinikumar@edunetfoundation.org::8849ae8d-bc89-4217-899c-9440ffcae5bb" providerId="AD" clId="Web-{F65B29D0-DD12-DDC3-5CE1-E2A91AABFDBA}" dt="2026-06-19T08:09:39.201" v="41" actId="20577"/>
      <pc:docMkLst>
        <pc:docMk/>
      </pc:docMkLst>
      <pc:sldChg chg="modSp">
        <pc:chgData name="Aswini Kumar Motapothula" userId="S::aswinikumar@edunetfoundation.org::8849ae8d-bc89-4217-899c-9440ffcae5bb" providerId="AD" clId="Web-{F65B29D0-DD12-DDC3-5CE1-E2A91AABFDBA}" dt="2026-06-19T08:09:39.201" v="41" actId="20577"/>
        <pc:sldMkLst>
          <pc:docMk/>
          <pc:sldMk cId="2136706720" sldId="280"/>
        </pc:sldMkLst>
        <pc:spChg chg="mod">
          <ac:chgData name="Aswini Kumar Motapothula" userId="S::aswinikumar@edunetfoundation.org::8849ae8d-bc89-4217-899c-9440ffcae5bb" providerId="AD" clId="Web-{F65B29D0-DD12-DDC3-5CE1-E2A91AABFDBA}" dt="2026-06-19T08:09:39.201" v="41" actId="20577"/>
          <ac:spMkLst>
            <pc:docMk/>
            <pc:sldMk cId="2136706720" sldId="280"/>
            <ac:spMk id="279" creationId="{EAFA16CB-0A72-5AC5-69A0-ABF4A752B43F}"/>
          </ac:spMkLst>
        </pc:spChg>
      </pc:sldChg>
      <pc:sldChg chg="modSp">
        <pc:chgData name="Aswini Kumar Motapothula" userId="S::aswinikumar@edunetfoundation.org::8849ae8d-bc89-4217-899c-9440ffcae5bb" providerId="AD" clId="Web-{F65B29D0-DD12-DDC3-5CE1-E2A91AABFDBA}" dt="2026-06-19T08:04:30.126" v="9" actId="20577"/>
        <pc:sldMkLst>
          <pc:docMk/>
          <pc:sldMk cId="2952584201" sldId="282"/>
        </pc:sldMkLst>
        <pc:spChg chg="mod">
          <ac:chgData name="Aswini Kumar Motapothula" userId="S::aswinikumar@edunetfoundation.org::8849ae8d-bc89-4217-899c-9440ffcae5bb" providerId="AD" clId="Web-{F65B29D0-DD12-DDC3-5CE1-E2A91AABFDBA}" dt="2026-06-19T08:04:30.126" v="9" actId="20577"/>
          <ac:spMkLst>
            <pc:docMk/>
            <pc:sldMk cId="2952584201" sldId="282"/>
            <ac:spMk id="2" creationId="{C6F6745E-14BA-0766-CE1E-32E29663832D}"/>
          </ac:spMkLst>
        </pc:spChg>
      </pc:sldChg>
      <pc:sldChg chg="modSp">
        <pc:chgData name="Aswini Kumar Motapothula" userId="S::aswinikumar@edunetfoundation.org::8849ae8d-bc89-4217-899c-9440ffcae5bb" providerId="AD" clId="Web-{F65B29D0-DD12-DDC3-5CE1-E2A91AABFDBA}" dt="2026-06-19T08:07:04.914" v="24" actId="20577"/>
        <pc:sldMkLst>
          <pc:docMk/>
          <pc:sldMk cId="2290294991" sldId="285"/>
        </pc:sldMkLst>
        <pc:spChg chg="mod">
          <ac:chgData name="Aswini Kumar Motapothula" userId="S::aswinikumar@edunetfoundation.org::8849ae8d-bc89-4217-899c-9440ffcae5bb" providerId="AD" clId="Web-{F65B29D0-DD12-DDC3-5CE1-E2A91AABFDBA}" dt="2026-06-19T08:07:04.914" v="24" actId="20577"/>
          <ac:spMkLst>
            <pc:docMk/>
            <pc:sldMk cId="2290294991" sldId="285"/>
            <ac:spMk id="2" creationId="{4A1BF701-ABCA-4DF0-8330-B6AF71EF8E39}"/>
          </ac:spMkLst>
        </pc:spChg>
        <pc:spChg chg="mod">
          <ac:chgData name="Aswini Kumar Motapothula" userId="S::aswinikumar@edunetfoundation.org::8849ae8d-bc89-4217-899c-9440ffcae5bb" providerId="AD" clId="Web-{F65B29D0-DD12-DDC3-5CE1-E2A91AABFDBA}" dt="2026-06-19T08:06:54.757" v="20" actId="1076"/>
          <ac:spMkLst>
            <pc:docMk/>
            <pc:sldMk cId="2290294991" sldId="285"/>
            <ac:spMk id="3" creationId="{527F30CC-07EF-8FCC-DA00-C9212F5DAECE}"/>
          </ac:spMkLst>
        </pc:spChg>
      </pc:sldChg>
      <pc:sldChg chg="modSp">
        <pc:chgData name="Aswini Kumar Motapothula" userId="S::aswinikumar@edunetfoundation.org::8849ae8d-bc89-4217-899c-9440ffcae5bb" providerId="AD" clId="Web-{F65B29D0-DD12-DDC3-5CE1-E2A91AABFDBA}" dt="2026-06-19T08:08:22.761" v="35" actId="14100"/>
        <pc:sldMkLst>
          <pc:docMk/>
          <pc:sldMk cId="917964102" sldId="286"/>
        </pc:sldMkLst>
        <pc:spChg chg="mod">
          <ac:chgData name="Aswini Kumar Motapothula" userId="S::aswinikumar@edunetfoundation.org::8849ae8d-bc89-4217-899c-9440ffcae5bb" providerId="AD" clId="Web-{F65B29D0-DD12-DDC3-5CE1-E2A91AABFDBA}" dt="2026-06-19T08:08:22.761" v="35" actId="14100"/>
          <ac:spMkLst>
            <pc:docMk/>
            <pc:sldMk cId="917964102" sldId="286"/>
            <ac:spMk id="3" creationId="{ED65F54F-855A-0DB6-09A6-3212C5F7405B}"/>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swini Kumar Motapothula" userId="S::aswinikumar@edunetfoundation.org::8849ae8d-bc89-4217-899c-9440ffcae5bb" providerId="AD" clId="Web-{86BCD85A-7972-A6FD-263D-01F0C6DCFF46}"/>
    <pc:docChg chg="modSld">
      <pc:chgData name="Aswini Kumar Motapothula" userId="S::aswinikumar@edunetfoundation.org::8849ae8d-bc89-4217-899c-9440ffcae5bb" providerId="AD" clId="Web-{86BCD85A-7972-A6FD-263D-01F0C6DCFF46}" dt="2026-06-19T08:02:34.666" v="7" actId="14100"/>
      <pc:docMkLst>
        <pc:docMk/>
      </pc:docMkLst>
      <pc:sldChg chg="modSp">
        <pc:chgData name="Aswini Kumar Motapothula" userId="S::aswinikumar@edunetfoundation.org::8849ae8d-bc89-4217-899c-9440ffcae5bb" providerId="AD" clId="Web-{86BCD85A-7972-A6FD-263D-01F0C6DCFF46}" dt="2026-06-19T08:02:34.666" v="7" actId="14100"/>
        <pc:sldMkLst>
          <pc:docMk/>
          <pc:sldMk cId="2952584201" sldId="282"/>
        </pc:sldMkLst>
        <pc:spChg chg="mod">
          <ac:chgData name="Aswini Kumar Motapothula" userId="S::aswinikumar@edunetfoundation.org::8849ae8d-bc89-4217-899c-9440ffcae5bb" providerId="AD" clId="Web-{86BCD85A-7972-A6FD-263D-01F0C6DCFF46}" dt="2026-06-19T08:02:34.666" v="7" actId="14100"/>
          <ac:spMkLst>
            <pc:docMk/>
            <pc:sldMk cId="2952584201" sldId="282"/>
            <ac:spMk id="2" creationId="{C6F6745E-14BA-0766-CE1E-32E29663832D}"/>
          </ac:spMkLst>
        </pc:spChg>
        <pc:spChg chg="mod">
          <ac:chgData name="Aswini Kumar Motapothula" userId="S::aswinikumar@edunetfoundation.org::8849ae8d-bc89-4217-899c-9440ffcae5bb" providerId="AD" clId="Web-{86BCD85A-7972-A6FD-263D-01F0C6DCFF46}" dt="2026-06-19T08:02:27.557" v="5" actId="1076"/>
          <ac:spMkLst>
            <pc:docMk/>
            <pc:sldMk cId="2952584201" sldId="282"/>
            <ac:spMk id="3" creationId="{3847FA31-EA47-D27A-9D69-AF50A3080AEC}"/>
          </ac:spMkLst>
        </pc:spChg>
      </pc:sldChg>
    </pc:docChg>
  </pc:docChgLst>
  <pc:docChgLst>
    <pc:chgData name="Aman Shrivastava" userId="S::ashrivastava@edunetfoundation.org::c21995ab-fa37-4cde-b5a3-dec0fb9e9a10" providerId="AD" clId="Web-{746EE066-C99A-1548-0111-A8297267F854}"/>
    <pc:docChg chg="addSld delSld modSld">
      <pc:chgData name="Aman Shrivastava" userId="S::ashrivastava@edunetfoundation.org::c21995ab-fa37-4cde-b5a3-dec0fb9e9a10" providerId="AD" clId="Web-{746EE066-C99A-1548-0111-A8297267F854}" dt="2026-06-19T08:03:40.452" v="526" actId="20577"/>
      <pc:docMkLst>
        <pc:docMk/>
      </pc:docMkLst>
      <pc:sldChg chg="addSp delSp modSp">
        <pc:chgData name="Aman Shrivastava" userId="S::ashrivastava@edunetfoundation.org::c21995ab-fa37-4cde-b5a3-dec0fb9e9a10" providerId="AD" clId="Web-{746EE066-C99A-1548-0111-A8297267F854}" dt="2026-06-19T07:33:24.112" v="275" actId="1076"/>
        <pc:sldMkLst>
          <pc:docMk/>
          <pc:sldMk cId="0" sldId="262"/>
        </pc:sldMkLst>
        <pc:spChg chg="mod">
          <ac:chgData name="Aman Shrivastava" userId="S::ashrivastava@edunetfoundation.org::c21995ab-fa37-4cde-b5a3-dec0fb9e9a10" providerId="AD" clId="Web-{746EE066-C99A-1548-0111-A8297267F854}" dt="2026-06-19T07:19:09.981" v="163" actId="20577"/>
          <ac:spMkLst>
            <pc:docMk/>
            <pc:sldMk cId="0" sldId="262"/>
            <ac:spMk id="2" creationId="{78578745-3233-E2C4-2AF4-55BA57C68D3F}"/>
          </ac:spMkLst>
        </pc:spChg>
        <pc:picChg chg="del">
          <ac:chgData name="Aman Shrivastava" userId="S::ashrivastava@edunetfoundation.org::c21995ab-fa37-4cde-b5a3-dec0fb9e9a10" providerId="AD" clId="Web-{746EE066-C99A-1548-0111-A8297267F854}" dt="2026-06-19T07:19:13.309" v="164"/>
          <ac:picMkLst>
            <pc:docMk/>
            <pc:sldMk cId="0" sldId="262"/>
            <ac:picMk id="3" creationId="{81932CE2-F219-0CA8-0102-55B8C682B8A2}"/>
          </ac:picMkLst>
        </pc:picChg>
        <pc:picChg chg="add del mod">
          <ac:chgData name="Aman Shrivastava" userId="S::ashrivastava@edunetfoundation.org::c21995ab-fa37-4cde-b5a3-dec0fb9e9a10" providerId="AD" clId="Web-{746EE066-C99A-1548-0111-A8297267F854}" dt="2026-06-19T07:29:54.157" v="233"/>
          <ac:picMkLst>
            <pc:docMk/>
            <pc:sldMk cId="0" sldId="262"/>
            <ac:picMk id="4" creationId="{0F696AEB-6B26-EBFD-A6E6-04C93CAD4B8C}"/>
          </ac:picMkLst>
        </pc:picChg>
        <pc:picChg chg="add del mod">
          <ac:chgData name="Aman Shrivastava" userId="S::ashrivastava@edunetfoundation.org::c21995ab-fa37-4cde-b5a3-dec0fb9e9a10" providerId="AD" clId="Web-{746EE066-C99A-1548-0111-A8297267F854}" dt="2026-06-19T07:29:56.517" v="237"/>
          <ac:picMkLst>
            <pc:docMk/>
            <pc:sldMk cId="0" sldId="262"/>
            <ac:picMk id="5" creationId="{F8CE1B1B-3500-D06D-3892-955863EE0956}"/>
          </ac:picMkLst>
        </pc:picChg>
        <pc:picChg chg="add del mod modCrop">
          <ac:chgData name="Aman Shrivastava" userId="S::ashrivastava@edunetfoundation.org::c21995ab-fa37-4cde-b5a3-dec0fb9e9a10" providerId="AD" clId="Web-{746EE066-C99A-1548-0111-A8297267F854}" dt="2026-06-19T07:29:56.517" v="236"/>
          <ac:picMkLst>
            <pc:docMk/>
            <pc:sldMk cId="0" sldId="262"/>
            <ac:picMk id="6" creationId="{F45CC5AC-2F8D-421D-1A37-7A9E76322E5D}"/>
          </ac:picMkLst>
        </pc:picChg>
        <pc:picChg chg="add del mod">
          <ac:chgData name="Aman Shrivastava" userId="S::ashrivastava@edunetfoundation.org::c21995ab-fa37-4cde-b5a3-dec0fb9e9a10" providerId="AD" clId="Web-{746EE066-C99A-1548-0111-A8297267F854}" dt="2026-06-19T07:29:56.517" v="235"/>
          <ac:picMkLst>
            <pc:docMk/>
            <pc:sldMk cId="0" sldId="262"/>
            <ac:picMk id="7" creationId="{69FDCDC6-90F3-79E6-2538-18F3B1941DB9}"/>
          </ac:picMkLst>
        </pc:picChg>
        <pc:picChg chg="add del mod">
          <ac:chgData name="Aman Shrivastava" userId="S::ashrivastava@edunetfoundation.org::c21995ab-fa37-4cde-b5a3-dec0fb9e9a10" providerId="AD" clId="Web-{746EE066-C99A-1548-0111-A8297267F854}" dt="2026-06-19T07:29:56.517" v="234"/>
          <ac:picMkLst>
            <pc:docMk/>
            <pc:sldMk cId="0" sldId="262"/>
            <ac:picMk id="8" creationId="{05863A03-B1E0-BE27-CF99-55E9060C4385}"/>
          </ac:picMkLst>
        </pc:picChg>
        <pc:picChg chg="add del mod">
          <ac:chgData name="Aman Shrivastava" userId="S::ashrivastava@edunetfoundation.org::c21995ab-fa37-4cde-b5a3-dec0fb9e9a10" providerId="AD" clId="Web-{746EE066-C99A-1548-0111-A8297267F854}" dt="2026-06-19T07:33:18.534" v="272"/>
          <ac:picMkLst>
            <pc:docMk/>
            <pc:sldMk cId="0" sldId="262"/>
            <ac:picMk id="9" creationId="{1716D2F2-E7B8-D486-127F-EAEF8FFF8A47}"/>
          </ac:picMkLst>
        </pc:picChg>
        <pc:picChg chg="add del mod modCrop">
          <ac:chgData name="Aman Shrivastava" userId="S::ashrivastava@edunetfoundation.org::c21995ab-fa37-4cde-b5a3-dec0fb9e9a10" providerId="AD" clId="Web-{746EE066-C99A-1548-0111-A8297267F854}" dt="2026-06-19T07:31:57.002" v="257"/>
          <ac:picMkLst>
            <pc:docMk/>
            <pc:sldMk cId="0" sldId="262"/>
            <ac:picMk id="10" creationId="{2025DD85-F610-635E-3EE7-1A0AFFF721A5}"/>
          </ac:picMkLst>
        </pc:picChg>
        <pc:picChg chg="add mod">
          <ac:chgData name="Aman Shrivastava" userId="S::ashrivastava@edunetfoundation.org::c21995ab-fa37-4cde-b5a3-dec0fb9e9a10" providerId="AD" clId="Web-{746EE066-C99A-1548-0111-A8297267F854}" dt="2026-06-19T07:33:24.112" v="275" actId="1076"/>
          <ac:picMkLst>
            <pc:docMk/>
            <pc:sldMk cId="0" sldId="262"/>
            <ac:picMk id="12" creationId="{EA32AEB0-3A3B-DE1A-F3F6-817D1B453D04}"/>
          </ac:picMkLst>
        </pc:picChg>
        <pc:cxnChg chg="add del">
          <ac:chgData name="Aman Shrivastava" userId="S::ashrivastava@edunetfoundation.org::c21995ab-fa37-4cde-b5a3-dec0fb9e9a10" providerId="AD" clId="Web-{746EE066-C99A-1548-0111-A8297267F854}" dt="2026-06-19T07:33:20.831" v="273"/>
          <ac:cxnSpMkLst>
            <pc:docMk/>
            <pc:sldMk cId="0" sldId="262"/>
            <ac:cxnSpMk id="11" creationId="{2CFD3717-A15E-B9D4-66DE-AC2009D620FF}"/>
          </ac:cxnSpMkLst>
        </pc:cxnChg>
      </pc:sldChg>
      <pc:sldChg chg="modSp del">
        <pc:chgData name="Aman Shrivastava" userId="S::ashrivastava@edunetfoundation.org::c21995ab-fa37-4cde-b5a3-dec0fb9e9a10" providerId="AD" clId="Web-{746EE066-C99A-1548-0111-A8297267F854}" dt="2026-06-19T07:50:41.135" v="385"/>
        <pc:sldMkLst>
          <pc:docMk/>
          <pc:sldMk cId="0" sldId="264"/>
        </pc:sldMkLst>
        <pc:spChg chg="mod">
          <ac:chgData name="Aman Shrivastava" userId="S::ashrivastava@edunetfoundation.org::c21995ab-fa37-4cde-b5a3-dec0fb9e9a10" providerId="AD" clId="Web-{746EE066-C99A-1548-0111-A8297267F854}" dt="2026-06-19T07:34:47.159" v="298" actId="20577"/>
          <ac:spMkLst>
            <pc:docMk/>
            <pc:sldMk cId="0" sldId="264"/>
            <ac:spMk id="2" creationId="{B84A7B44-8B20-5A39-ED43-DA98D0FC7976}"/>
          </ac:spMkLst>
        </pc:spChg>
      </pc:sldChg>
      <pc:sldChg chg="del">
        <pc:chgData name="Aman Shrivastava" userId="S::ashrivastava@edunetfoundation.org::c21995ab-fa37-4cde-b5a3-dec0fb9e9a10" providerId="AD" clId="Web-{746EE066-C99A-1548-0111-A8297267F854}" dt="2026-06-19T07:34:25.847" v="285"/>
        <pc:sldMkLst>
          <pc:docMk/>
          <pc:sldMk cId="2115484872" sldId="277"/>
        </pc:sldMkLst>
      </pc:sldChg>
      <pc:sldChg chg="modSp">
        <pc:chgData name="Aman Shrivastava" userId="S::ashrivastava@edunetfoundation.org::c21995ab-fa37-4cde-b5a3-dec0fb9e9a10" providerId="AD" clId="Web-{746EE066-C99A-1548-0111-A8297267F854}" dt="2026-06-19T07:09:08.492" v="111" actId="20577"/>
        <pc:sldMkLst>
          <pc:docMk/>
          <pc:sldMk cId="3764405840" sldId="278"/>
        </pc:sldMkLst>
        <pc:spChg chg="mod">
          <ac:chgData name="Aman Shrivastava" userId="S::ashrivastava@edunetfoundation.org::c21995ab-fa37-4cde-b5a3-dec0fb9e9a10" providerId="AD" clId="Web-{746EE066-C99A-1548-0111-A8297267F854}" dt="2026-06-19T07:09:08.492" v="111" actId="20577"/>
          <ac:spMkLst>
            <pc:docMk/>
            <pc:sldMk cId="3764405840" sldId="278"/>
            <ac:spMk id="2" creationId="{151FBD4A-3273-E454-091D-D5B0678FC299}"/>
          </ac:spMkLst>
        </pc:spChg>
        <pc:spChg chg="mod">
          <ac:chgData name="Aman Shrivastava" userId="S::ashrivastava@edunetfoundation.org::c21995ab-fa37-4cde-b5a3-dec0fb9e9a10" providerId="AD" clId="Web-{746EE066-C99A-1548-0111-A8297267F854}" dt="2026-06-19T07:08:41.320" v="108" actId="20577"/>
          <ac:spMkLst>
            <pc:docMk/>
            <pc:sldMk cId="3764405840" sldId="278"/>
            <ac:spMk id="3" creationId="{4A7608B5-9906-EFCF-959A-E89FC2E3EE19}"/>
          </ac:spMkLst>
        </pc:spChg>
      </pc:sldChg>
      <pc:sldChg chg="addSp delSp modSp">
        <pc:chgData name="Aman Shrivastava" userId="S::ashrivastava@edunetfoundation.org::c21995ab-fa37-4cde-b5a3-dec0fb9e9a10" providerId="AD" clId="Web-{746EE066-C99A-1548-0111-A8297267F854}" dt="2026-06-19T07:36:01.988" v="320" actId="1076"/>
        <pc:sldMkLst>
          <pc:docMk/>
          <pc:sldMk cId="2772501912" sldId="279"/>
        </pc:sldMkLst>
        <pc:spChg chg="mod">
          <ac:chgData name="Aman Shrivastava" userId="S::ashrivastava@edunetfoundation.org::c21995ab-fa37-4cde-b5a3-dec0fb9e9a10" providerId="AD" clId="Web-{746EE066-C99A-1548-0111-A8297267F854}" dt="2026-06-19T07:18:42.903" v="130" actId="20577"/>
          <ac:spMkLst>
            <pc:docMk/>
            <pc:sldMk cId="2772501912" sldId="279"/>
            <ac:spMk id="2" creationId="{B64CF172-D2AF-03D8-F919-AA7827A0D969}"/>
          </ac:spMkLst>
        </pc:spChg>
        <pc:picChg chg="add del mod">
          <ac:chgData name="Aman Shrivastava" userId="S::ashrivastava@edunetfoundation.org::c21995ab-fa37-4cde-b5a3-dec0fb9e9a10" providerId="AD" clId="Web-{746EE066-C99A-1548-0111-A8297267F854}" dt="2026-06-19T07:32:58.705" v="269"/>
          <ac:picMkLst>
            <pc:docMk/>
            <pc:sldMk cId="2772501912" sldId="279"/>
            <ac:picMk id="3" creationId="{79117BD4-0548-0DB9-01AC-F1ABEE4D9968}"/>
          </ac:picMkLst>
        </pc:picChg>
        <pc:picChg chg="del">
          <ac:chgData name="Aman Shrivastava" userId="S::ashrivastava@edunetfoundation.org::c21995ab-fa37-4cde-b5a3-dec0fb9e9a10" providerId="AD" clId="Web-{746EE066-C99A-1548-0111-A8297267F854}" dt="2026-06-19T07:19:15.793" v="165"/>
          <ac:picMkLst>
            <pc:docMk/>
            <pc:sldMk cId="2772501912" sldId="279"/>
            <ac:picMk id="4" creationId="{C597681A-DF93-B190-DD21-CBAEDA4E3CBF}"/>
          </ac:picMkLst>
        </pc:picChg>
        <pc:picChg chg="add mod">
          <ac:chgData name="Aman Shrivastava" userId="S::ashrivastava@edunetfoundation.org::c21995ab-fa37-4cde-b5a3-dec0fb9e9a10" providerId="AD" clId="Web-{746EE066-C99A-1548-0111-A8297267F854}" dt="2026-06-19T07:36:01.988" v="320" actId="1076"/>
          <ac:picMkLst>
            <pc:docMk/>
            <pc:sldMk cId="2772501912" sldId="279"/>
            <ac:picMk id="7" creationId="{F01777E0-76AB-ED0C-E315-B3012BB646F6}"/>
          </ac:picMkLst>
        </pc:picChg>
        <pc:cxnChg chg="add del mod">
          <ac:chgData name="Aman Shrivastava" userId="S::ashrivastava@edunetfoundation.org::c21995ab-fa37-4cde-b5a3-dec0fb9e9a10" providerId="AD" clId="Web-{746EE066-C99A-1548-0111-A8297267F854}" dt="2026-06-19T07:32:05.971" v="259"/>
          <ac:cxnSpMkLst>
            <pc:docMk/>
            <pc:sldMk cId="2772501912" sldId="279"/>
            <ac:cxnSpMk id="5" creationId="{2F76792C-E715-0AA1-E7F1-F73DA02002C6}"/>
          </ac:cxnSpMkLst>
        </pc:cxnChg>
        <pc:cxnChg chg="add del">
          <ac:chgData name="Aman Shrivastava" userId="S::ashrivastava@edunetfoundation.org::c21995ab-fa37-4cde-b5a3-dec0fb9e9a10" providerId="AD" clId="Web-{746EE066-C99A-1548-0111-A8297267F854}" dt="2026-06-19T07:33:03.284" v="270"/>
          <ac:cxnSpMkLst>
            <pc:docMk/>
            <pc:sldMk cId="2772501912" sldId="279"/>
            <ac:cxnSpMk id="6" creationId="{2F76792C-E715-0AA1-E7F1-F73DA02002C6}"/>
          </ac:cxnSpMkLst>
        </pc:cxnChg>
      </pc:sldChg>
      <pc:sldChg chg="del">
        <pc:chgData name="Aman Shrivastava" userId="S::ashrivastava@edunetfoundation.org::c21995ab-fa37-4cde-b5a3-dec0fb9e9a10" providerId="AD" clId="Web-{746EE066-C99A-1548-0111-A8297267F854}" dt="2026-06-19T07:18:26.543" v="112"/>
        <pc:sldMkLst>
          <pc:docMk/>
          <pc:sldMk cId="328526394" sldId="281"/>
        </pc:sldMkLst>
      </pc:sldChg>
      <pc:sldChg chg="modSp">
        <pc:chgData name="Aman Shrivastava" userId="S::ashrivastava@edunetfoundation.org::c21995ab-fa37-4cde-b5a3-dec0fb9e9a10" providerId="AD" clId="Web-{746EE066-C99A-1548-0111-A8297267F854}" dt="2026-06-19T08:03:40.452" v="526" actId="20577"/>
        <pc:sldMkLst>
          <pc:docMk/>
          <pc:sldMk cId="2952584201" sldId="282"/>
        </pc:sldMkLst>
        <pc:spChg chg="mod">
          <ac:chgData name="Aman Shrivastava" userId="S::ashrivastava@edunetfoundation.org::c21995ab-fa37-4cde-b5a3-dec0fb9e9a10" providerId="AD" clId="Web-{746EE066-C99A-1548-0111-A8297267F854}" dt="2026-06-19T08:03:40.452" v="526" actId="20577"/>
          <ac:spMkLst>
            <pc:docMk/>
            <pc:sldMk cId="2952584201" sldId="282"/>
            <ac:spMk id="2" creationId="{C6F6745E-14BA-0766-CE1E-32E29663832D}"/>
          </ac:spMkLst>
        </pc:spChg>
      </pc:sldChg>
      <pc:sldChg chg="modSp">
        <pc:chgData name="Aman Shrivastava" userId="S::ashrivastava@edunetfoundation.org::c21995ab-fa37-4cde-b5a3-dec0fb9e9a10" providerId="AD" clId="Web-{746EE066-C99A-1548-0111-A8297267F854}" dt="2026-06-19T07:42:25.459" v="363" actId="20577"/>
        <pc:sldMkLst>
          <pc:docMk/>
          <pc:sldMk cId="957564641" sldId="283"/>
        </pc:sldMkLst>
        <pc:spChg chg="mod">
          <ac:chgData name="Aman Shrivastava" userId="S::ashrivastava@edunetfoundation.org::c21995ab-fa37-4cde-b5a3-dec0fb9e9a10" providerId="AD" clId="Web-{746EE066-C99A-1548-0111-A8297267F854}" dt="2026-06-19T07:42:25.459" v="363" actId="20577"/>
          <ac:spMkLst>
            <pc:docMk/>
            <pc:sldMk cId="957564641" sldId="283"/>
            <ac:spMk id="3" creationId="{FFAB85A1-2169-FF43-3E91-E2E8ADA742FF}"/>
          </ac:spMkLst>
        </pc:spChg>
      </pc:sldChg>
      <pc:sldChg chg="modSp">
        <pc:chgData name="Aman Shrivastava" userId="S::ashrivastava@edunetfoundation.org::c21995ab-fa37-4cde-b5a3-dec0fb9e9a10" providerId="AD" clId="Web-{746EE066-C99A-1548-0111-A8297267F854}" dt="2026-06-19T07:58:34.403" v="519" actId="20577"/>
        <pc:sldMkLst>
          <pc:docMk/>
          <pc:sldMk cId="2290294991" sldId="285"/>
        </pc:sldMkLst>
        <pc:spChg chg="mod">
          <ac:chgData name="Aman Shrivastava" userId="S::ashrivastava@edunetfoundation.org::c21995ab-fa37-4cde-b5a3-dec0fb9e9a10" providerId="AD" clId="Web-{746EE066-C99A-1548-0111-A8297267F854}" dt="2026-06-19T07:58:34.403" v="519" actId="20577"/>
          <ac:spMkLst>
            <pc:docMk/>
            <pc:sldMk cId="2290294991" sldId="285"/>
            <ac:spMk id="2" creationId="{4A1BF701-ABCA-4DF0-8330-B6AF71EF8E39}"/>
          </ac:spMkLst>
        </pc:spChg>
      </pc:sldChg>
      <pc:sldChg chg="modSp">
        <pc:chgData name="Aman Shrivastava" userId="S::ashrivastava@edunetfoundation.org::c21995ab-fa37-4cde-b5a3-dec0fb9e9a10" providerId="AD" clId="Web-{746EE066-C99A-1548-0111-A8297267F854}" dt="2026-06-19T07:53:29.651" v="418" actId="20577"/>
        <pc:sldMkLst>
          <pc:docMk/>
          <pc:sldMk cId="917964102" sldId="286"/>
        </pc:sldMkLst>
        <pc:spChg chg="mod">
          <ac:chgData name="Aman Shrivastava" userId="S::ashrivastava@edunetfoundation.org::c21995ab-fa37-4cde-b5a3-dec0fb9e9a10" providerId="AD" clId="Web-{746EE066-C99A-1548-0111-A8297267F854}" dt="2026-06-19T07:53:29.651" v="418" actId="20577"/>
          <ac:spMkLst>
            <pc:docMk/>
            <pc:sldMk cId="917964102" sldId="286"/>
            <ac:spMk id="3" creationId="{ED65F54F-855A-0DB6-09A6-3212C5F7405B}"/>
          </ac:spMkLst>
        </pc:spChg>
      </pc:sldChg>
      <pc:sldChg chg="modSp">
        <pc:chgData name="Aman Shrivastava" userId="S::ashrivastava@edunetfoundation.org::c21995ab-fa37-4cde-b5a3-dec0fb9e9a10" providerId="AD" clId="Web-{746EE066-C99A-1548-0111-A8297267F854}" dt="2026-06-19T07:55:01.918" v="483" actId="20577"/>
        <pc:sldMkLst>
          <pc:docMk/>
          <pc:sldMk cId="2605851928" sldId="287"/>
        </pc:sldMkLst>
        <pc:spChg chg="mod">
          <ac:chgData name="Aman Shrivastava" userId="S::ashrivastava@edunetfoundation.org::c21995ab-fa37-4cde-b5a3-dec0fb9e9a10" providerId="AD" clId="Web-{746EE066-C99A-1548-0111-A8297267F854}" dt="2026-06-19T07:55:01.918" v="483" actId="20577"/>
          <ac:spMkLst>
            <pc:docMk/>
            <pc:sldMk cId="2605851928" sldId="287"/>
            <ac:spMk id="279" creationId="{3711AF54-94A6-B837-31EF-9A8C4ECB9AF6}"/>
          </ac:spMkLst>
        </pc:spChg>
      </pc:sldChg>
      <pc:sldChg chg="addSp delSp">
        <pc:chgData name="Aman Shrivastava" userId="S::ashrivastava@edunetfoundation.org::c21995ab-fa37-4cde-b5a3-dec0fb9e9a10" providerId="AD" clId="Web-{746EE066-C99A-1548-0111-A8297267F854}" dt="2026-06-19T07:38:48.895" v="324"/>
        <pc:sldMkLst>
          <pc:docMk/>
          <pc:sldMk cId="1229047658" sldId="288"/>
        </pc:sldMkLst>
        <pc:inkChg chg="add">
          <ac:chgData name="Aman Shrivastava" userId="S::ashrivastava@edunetfoundation.org::c21995ab-fa37-4cde-b5a3-dec0fb9e9a10" providerId="AD" clId="Web-{746EE066-C99A-1548-0111-A8297267F854}" dt="2026-06-19T07:38:15.801" v="321"/>
          <ac:inkMkLst>
            <pc:docMk/>
            <pc:sldMk cId="1229047658" sldId="288"/>
            <ac:inkMk id="2" creationId="{1C488599-1CDB-6479-4ED5-FDEEC38049D9}"/>
          </ac:inkMkLst>
        </pc:inkChg>
        <pc:inkChg chg="add">
          <ac:chgData name="Aman Shrivastava" userId="S::ashrivastava@edunetfoundation.org::c21995ab-fa37-4cde-b5a3-dec0fb9e9a10" providerId="AD" clId="Web-{746EE066-C99A-1548-0111-A8297267F854}" dt="2026-06-19T07:38:31.551" v="322"/>
          <ac:inkMkLst>
            <pc:docMk/>
            <pc:sldMk cId="1229047658" sldId="288"/>
            <ac:inkMk id="5" creationId="{66AD5D31-EDA5-2C50-7CE9-7D1E60A89F54}"/>
          </ac:inkMkLst>
        </pc:inkChg>
        <pc:inkChg chg="add del">
          <ac:chgData name="Aman Shrivastava" userId="S::ashrivastava@edunetfoundation.org::c21995ab-fa37-4cde-b5a3-dec0fb9e9a10" providerId="AD" clId="Web-{746EE066-C99A-1548-0111-A8297267F854}" dt="2026-06-19T07:38:48.895" v="324"/>
          <ac:inkMkLst>
            <pc:docMk/>
            <pc:sldMk cId="1229047658" sldId="288"/>
            <ac:inkMk id="7" creationId="{7F720136-8264-3711-415B-4DAA8F04611B}"/>
          </ac:inkMkLst>
        </pc:inkChg>
      </pc:sldChg>
      <pc:sldChg chg="addSp delSp modSp add replId">
        <pc:chgData name="Aman Shrivastava" userId="S::ashrivastava@edunetfoundation.org::c21995ab-fa37-4cde-b5a3-dec0fb9e9a10" providerId="AD" clId="Web-{746EE066-C99A-1548-0111-A8297267F854}" dt="2026-06-19T07:33:46.206" v="278"/>
        <pc:sldMkLst>
          <pc:docMk/>
          <pc:sldMk cId="3866656692" sldId="290"/>
        </pc:sldMkLst>
        <pc:spChg chg="mod">
          <ac:chgData name="Aman Shrivastava" userId="S::ashrivastava@edunetfoundation.org::c21995ab-fa37-4cde-b5a3-dec0fb9e9a10" providerId="AD" clId="Web-{746EE066-C99A-1548-0111-A8297267F854}" dt="2026-06-19T07:19:28.309" v="172" actId="20577"/>
          <ac:spMkLst>
            <pc:docMk/>
            <pc:sldMk cId="3866656692" sldId="290"/>
            <ac:spMk id="2" creationId="{56959763-B5B5-22E5-733E-B3F05D391F6B}"/>
          </ac:spMkLst>
        </pc:spChg>
        <pc:picChg chg="add del mod">
          <ac:chgData name="Aman Shrivastava" userId="S::ashrivastava@edunetfoundation.org::c21995ab-fa37-4cde-b5a3-dec0fb9e9a10" providerId="AD" clId="Web-{746EE066-C99A-1548-0111-A8297267F854}" dt="2026-06-19T07:26:46.328" v="200"/>
          <ac:picMkLst>
            <pc:docMk/>
            <pc:sldMk cId="3866656692" sldId="290"/>
            <ac:picMk id="3" creationId="{57175034-B6A1-15A8-3183-F42A7C1A2011}"/>
          </ac:picMkLst>
        </pc:picChg>
        <pc:picChg chg="add del mod">
          <ac:chgData name="Aman Shrivastava" userId="S::ashrivastava@edunetfoundation.org::c21995ab-fa37-4cde-b5a3-dec0fb9e9a10" providerId="AD" clId="Web-{746EE066-C99A-1548-0111-A8297267F854}" dt="2026-06-19T07:26:52.531" v="203"/>
          <ac:picMkLst>
            <pc:docMk/>
            <pc:sldMk cId="3866656692" sldId="290"/>
            <ac:picMk id="4" creationId="{88FDA170-C204-E466-68CA-5EF27419C8F8}"/>
          </ac:picMkLst>
        </pc:picChg>
        <pc:picChg chg="add del mod">
          <ac:chgData name="Aman Shrivastava" userId="S::ashrivastava@edunetfoundation.org::c21995ab-fa37-4cde-b5a3-dec0fb9e9a10" providerId="AD" clId="Web-{746EE066-C99A-1548-0111-A8297267F854}" dt="2026-06-19T07:26:54.750" v="204"/>
          <ac:picMkLst>
            <pc:docMk/>
            <pc:sldMk cId="3866656692" sldId="290"/>
            <ac:picMk id="5" creationId="{5EF90F00-13FA-4999-B1A1-5C7D773D5635}"/>
          </ac:picMkLst>
        </pc:picChg>
        <pc:picChg chg="add del mod modCrop">
          <ac:chgData name="Aman Shrivastava" userId="S::ashrivastava@edunetfoundation.org::c21995ab-fa37-4cde-b5a3-dec0fb9e9a10" providerId="AD" clId="Web-{746EE066-C99A-1548-0111-A8297267F854}" dt="2026-06-19T07:26:48.687" v="201"/>
          <ac:picMkLst>
            <pc:docMk/>
            <pc:sldMk cId="3866656692" sldId="290"/>
            <ac:picMk id="6" creationId="{AF4B55A8-453F-B2BE-8B74-486ADC76A1C9}"/>
          </ac:picMkLst>
        </pc:picChg>
        <pc:picChg chg="add del mod">
          <ac:chgData name="Aman Shrivastava" userId="S::ashrivastava@edunetfoundation.org::c21995ab-fa37-4cde-b5a3-dec0fb9e9a10" providerId="AD" clId="Web-{746EE066-C99A-1548-0111-A8297267F854}" dt="2026-06-19T07:26:50.875" v="202"/>
          <ac:picMkLst>
            <pc:docMk/>
            <pc:sldMk cId="3866656692" sldId="290"/>
            <ac:picMk id="7" creationId="{3744CDFC-4A35-5194-35E5-555A49DA6AFF}"/>
          </ac:picMkLst>
        </pc:picChg>
        <pc:picChg chg="add del mod">
          <ac:chgData name="Aman Shrivastava" userId="S::ashrivastava@edunetfoundation.org::c21995ab-fa37-4cde-b5a3-dec0fb9e9a10" providerId="AD" clId="Web-{746EE066-C99A-1548-0111-A8297267F854}" dt="2026-06-19T07:33:42.299" v="276"/>
          <ac:picMkLst>
            <pc:docMk/>
            <pc:sldMk cId="3866656692" sldId="290"/>
            <ac:picMk id="8" creationId="{1D7BDF8E-98CB-F515-3FB0-97BF87E2A172}"/>
          </ac:picMkLst>
        </pc:picChg>
        <pc:picChg chg="add mod">
          <ac:chgData name="Aman Shrivastava" userId="S::ashrivastava@edunetfoundation.org::c21995ab-fa37-4cde-b5a3-dec0fb9e9a10" providerId="AD" clId="Web-{746EE066-C99A-1548-0111-A8297267F854}" dt="2026-06-19T07:33:46.206" v="278"/>
          <ac:picMkLst>
            <pc:docMk/>
            <pc:sldMk cId="3866656692" sldId="290"/>
            <ac:picMk id="10" creationId="{B5FE8DA2-14B6-FAE6-9EC0-7C2A1A404708}"/>
          </ac:picMkLst>
        </pc:picChg>
        <pc:cxnChg chg="add del mod">
          <ac:chgData name="Aman Shrivastava" userId="S::ashrivastava@edunetfoundation.org::c21995ab-fa37-4cde-b5a3-dec0fb9e9a10" providerId="AD" clId="Web-{746EE066-C99A-1548-0111-A8297267F854}" dt="2026-06-19T07:33:44.659" v="277"/>
          <ac:cxnSpMkLst>
            <pc:docMk/>
            <pc:sldMk cId="3866656692" sldId="290"/>
            <ac:cxnSpMk id="9" creationId="{5DAE5A21-F630-F6FC-1F85-91AA77C9272E}"/>
          </ac:cxnSpMkLst>
        </pc:cxnChg>
      </pc:sldChg>
      <pc:sldChg chg="addSp delSp modSp new">
        <pc:chgData name="Aman Shrivastava" userId="S::ashrivastava@edunetfoundation.org::c21995ab-fa37-4cde-b5a3-dec0fb9e9a10" providerId="AD" clId="Web-{746EE066-C99A-1548-0111-A8297267F854}" dt="2026-06-19T07:34:16.112" v="284" actId="1076"/>
        <pc:sldMkLst>
          <pc:docMk/>
          <pc:sldMk cId="3021295847" sldId="291"/>
        </pc:sldMkLst>
        <pc:spChg chg="del">
          <ac:chgData name="Aman Shrivastava" userId="S::ashrivastava@edunetfoundation.org::c21995ab-fa37-4cde-b5a3-dec0fb9e9a10" providerId="AD" clId="Web-{746EE066-C99A-1548-0111-A8297267F854}" dt="2026-06-19T07:27:33.422" v="209"/>
          <ac:spMkLst>
            <pc:docMk/>
            <pc:sldMk cId="3021295847" sldId="291"/>
            <ac:spMk id="2" creationId="{AC487865-4ED2-A9E1-B6CF-FF55EAC68B83}"/>
          </ac:spMkLst>
        </pc:spChg>
        <pc:spChg chg="del">
          <ac:chgData name="Aman Shrivastava" userId="S::ashrivastava@edunetfoundation.org::c21995ab-fa37-4cde-b5a3-dec0fb9e9a10" providerId="AD" clId="Web-{746EE066-C99A-1548-0111-A8297267F854}" dt="2026-06-19T07:27:37.781" v="210"/>
          <ac:spMkLst>
            <pc:docMk/>
            <pc:sldMk cId="3021295847" sldId="291"/>
            <ac:spMk id="3" creationId="{5320F0C5-E21A-E7A2-3435-821A6319CFF4}"/>
          </ac:spMkLst>
        </pc:spChg>
        <pc:spChg chg="add mod">
          <ac:chgData name="Aman Shrivastava" userId="S::ashrivastava@edunetfoundation.org::c21995ab-fa37-4cde-b5a3-dec0fb9e9a10" providerId="AD" clId="Web-{746EE066-C99A-1548-0111-A8297267F854}" dt="2026-06-19T07:28:14.391" v="219" actId="14100"/>
          <ac:spMkLst>
            <pc:docMk/>
            <pc:sldMk cId="3021295847" sldId="291"/>
            <ac:spMk id="5" creationId="{C2DC2F13-C09F-1D50-6289-15F22A1D77FA}"/>
          </ac:spMkLst>
        </pc:spChg>
        <pc:picChg chg="add del mod">
          <ac:chgData name="Aman Shrivastava" userId="S::ashrivastava@edunetfoundation.org::c21995ab-fa37-4cde-b5a3-dec0fb9e9a10" providerId="AD" clId="Web-{746EE066-C99A-1548-0111-A8297267F854}" dt="2026-06-19T07:34:03.159" v="280"/>
          <ac:picMkLst>
            <pc:docMk/>
            <pc:sldMk cId="3021295847" sldId="291"/>
            <ac:picMk id="4" creationId="{252787A1-10C2-A588-10C2-90649505C266}"/>
          </ac:picMkLst>
        </pc:picChg>
        <pc:picChg chg="add mod">
          <ac:chgData name="Aman Shrivastava" userId="S::ashrivastava@edunetfoundation.org::c21995ab-fa37-4cde-b5a3-dec0fb9e9a10" providerId="AD" clId="Web-{746EE066-C99A-1548-0111-A8297267F854}" dt="2026-06-19T07:34:16.112" v="284" actId="1076"/>
          <ac:picMkLst>
            <pc:docMk/>
            <pc:sldMk cId="3021295847" sldId="291"/>
            <ac:picMk id="7" creationId="{85DF99AC-D1C6-EA9C-D42E-6073C09D0166}"/>
          </ac:picMkLst>
        </pc:picChg>
        <pc:cxnChg chg="add del mod">
          <ac:chgData name="Aman Shrivastava" userId="S::ashrivastava@edunetfoundation.org::c21995ab-fa37-4cde-b5a3-dec0fb9e9a10" providerId="AD" clId="Web-{746EE066-C99A-1548-0111-A8297267F854}" dt="2026-06-19T07:34:02.065" v="279"/>
          <ac:cxnSpMkLst>
            <pc:docMk/>
            <pc:sldMk cId="3021295847" sldId="291"/>
            <ac:cxnSpMk id="6" creationId="{2E4A501D-ECD5-654A-2164-DD0D463700D1}"/>
          </ac:cxnSpMkLst>
        </pc:cxn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del mod modCrop">
          <ac:chgData name="Aman Shrivastava" userId="S::ashrivastava@edunetfoundation.org::c21995ab-fa37-4cde-b5a3-dec0fb9e9a10" providerId="AD" clId="Web-{A6B9108B-7598-1D50-C4AA-8A38026DAEEF}" dt="2026-06-19T06:54:02.042" v="9"/>
          <ac:picMkLst>
            <pc:docMk/>
            <pc:sldMk cId="1229047658" sldId="288"/>
            <ac:picMk id="2" creationId="{312DEFF6-ACAE-A6F4-F0D7-56CA25E41FDC}"/>
          </ac:picMkLst>
        </pc:picChg>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picChg chg="del">
          <ac:chgData name="Aman Shrivastava" userId="S::ashrivastava@edunetfoundation.org::c21995ab-fa37-4cde-b5a3-dec0fb9e9a10" providerId="AD" clId="Web-{A6B9108B-7598-1D50-C4AA-8A38026DAEEF}" dt="2026-06-19T06:32:41.914" v="0"/>
          <ac:picMkLst>
            <pc:docMk/>
            <pc:sldMk cId="1229047658" sldId="288"/>
            <ac:picMk id="4" creationId="{AD88C341-1F2F-9B6F-593F-2917E7E23DCB}"/>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picChg chg="add del mod">
          <ac:chgData name="Aman Shrivastava" userId="S::ashrivastava@edunetfoundation.org::c21995ab-fa37-4cde-b5a3-dec0fb9e9a10" providerId="AD" clId="Web-{A6B9108B-7598-1D50-C4AA-8A38026DAEEF}" dt="2026-06-19T06:53:17.010" v="3"/>
          <ac:picMkLst>
            <pc:docMk/>
            <pc:sldMk cId="2506610743" sldId="289"/>
            <ac:picMk id="2" creationId="{6F3459A2-8BCD-A155-86B4-203A4A7FFE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kanishkatyagi10@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anishkatyagi1/Academic-Integrity-Intelligence-Platfor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a:t>
            </a:r>
            <a:r>
              <a:rPr lang="en-IN" b="1" i="1" dirty="0"/>
              <a:t>Adaptive Academic Integrity Platform powered by IBM Granite</a:t>
            </a:r>
            <a:r>
              <a:rPr lang="en-US" b="1" i="1" dirty="0"/>
              <a:t>”</a:t>
            </a:r>
            <a:endParaRPr lang="en-IN" b="1" i="1"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7188745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000" dirty="0"/>
                        <a:t>Kanishka Tyagi</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hlinkClick r:id="rId3"/>
                        </a:rPr>
                        <a:t>kanishkatyagi10@gmail.com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+91 9821053215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Education Technology (EdTech)</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Academic Integrity Intelligence Platform (AIIP)</a:t>
            </a:r>
            <a:endParaRPr lang="en-IN" sz="2400" b="1" dirty="0">
              <a:highlight>
                <a:srgbClr val="FFFF00"/>
              </a:highlight>
            </a:endParaRPr>
          </a:p>
        </p:txBody>
      </p:sp>
      <p:pic>
        <p:nvPicPr>
          <p:cNvPr id="5" name="Picture 4">
            <a:extLst>
              <a:ext uri="{FF2B5EF4-FFF2-40B4-BE49-F238E27FC236}">
                <a16:creationId xmlns:a16="http://schemas.microsoft.com/office/drawing/2014/main" id="{4FA368D9-76D3-6CC0-9D14-E54DF285677D}"/>
              </a:ext>
            </a:extLst>
          </p:cNvPr>
          <p:cNvPicPr>
            <a:picLocks noChangeAspect="1"/>
          </p:cNvPicPr>
          <p:nvPr/>
        </p:nvPicPr>
        <p:blipFill>
          <a:blip r:embed="rId4"/>
          <a:stretch>
            <a:fillRect/>
          </a:stretch>
        </p:blipFill>
        <p:spPr>
          <a:xfrm>
            <a:off x="4027652" y="3683879"/>
            <a:ext cx="1016298" cy="10162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5693866"/>
          </a:xfrm>
          <a:prstGeom prst="rect">
            <a:avLst/>
          </a:prstGeom>
          <a:noFill/>
        </p:spPr>
        <p:txBody>
          <a:bodyPr wrap="square" lIns="91440" tIns="45720" rIns="91440" bIns="45720" rtlCol="0" anchor="t">
            <a:spAutoFit/>
          </a:bodyPr>
          <a:lstStyle/>
          <a:p>
            <a:pPr fontAlgn="base"/>
            <a:r>
              <a:rPr lang="en-IN" sz="2000" b="1" dirty="0"/>
              <a:t>Problem Statement: AI-Driven Plagiarism Intelligence for Assignments</a:t>
            </a:r>
            <a:endParaRPr lang="en-US" sz="2000" b="1" dirty="0"/>
          </a:p>
          <a:p>
            <a:pPr>
              <a:lnSpc>
                <a:spcPct val="150000"/>
              </a:lnSpc>
            </a:pPr>
            <a:r>
              <a:rPr lang="en-IN" sz="2000" dirty="0"/>
              <a:t>Academic institutions are facing growing challenges in detecting sophisticated plagiarism, especially when assignments are paraphrased or generated using AI tools. Traditional plagiarism detection systems primarily rely on text matching and often fail to identify contextual similarities, writing-style inconsistencies, and instructor-specific evaluation patterns.</a:t>
            </a:r>
          </a:p>
          <a:p>
            <a:pPr>
              <a:lnSpc>
                <a:spcPct val="150000"/>
              </a:lnSpc>
            </a:pPr>
            <a:r>
              <a:rPr lang="en-IN" sz="2000" dirty="0"/>
              <a:t>As the use of Generative AI continues to increase, there is a need for an intelligent system that can adapt to historical student submissions, instructor feedback, and course-specific expectations to accurately identify potential academic misconduct while minimizing false positives.</a:t>
            </a:r>
          </a:p>
          <a:p>
            <a:pPr>
              <a:lnSpc>
                <a:spcPct val="150000"/>
              </a:lnSpc>
            </a:pPr>
            <a:r>
              <a:rPr lang="en-IN" sz="2000" b="1" dirty="0"/>
              <a:t>Objective:</a:t>
            </a:r>
            <a:br>
              <a:rPr lang="en-IN" sz="2000" dirty="0"/>
            </a:br>
            <a:r>
              <a:rPr lang="en-IN" sz="2000" dirty="0"/>
              <a:t>Design and develop an </a:t>
            </a:r>
            <a:r>
              <a:rPr lang="en-IN" sz="2000" b="1" dirty="0"/>
              <a:t>AI-powered plagiarism intelligence platform</a:t>
            </a:r>
            <a:r>
              <a:rPr lang="en-IN" sz="2000" dirty="0"/>
              <a:t> using </a:t>
            </a:r>
            <a:r>
              <a:rPr lang="en-IN" sz="2000" b="1" dirty="0"/>
              <a:t>IBM Granite</a:t>
            </a:r>
            <a:r>
              <a:rPr lang="en-IN" sz="2000" dirty="0"/>
              <a:t> and </a:t>
            </a:r>
            <a:r>
              <a:rPr lang="en-IN" sz="2000" b="1" dirty="0"/>
              <a:t>IBM Cloud</a:t>
            </a:r>
            <a:r>
              <a:rPr lang="en-IN" sz="2000" dirty="0"/>
              <a:t> that performs semantic plagiarism detection, writing-style analysis, AI-generated content detection, and adaptive risk assessment to support academic integrity.</a:t>
            </a: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6555641"/>
          </a:xfrm>
          <a:prstGeom prst="rect">
            <a:avLst/>
          </a:prstGeom>
          <a:noFill/>
        </p:spPr>
        <p:txBody>
          <a:bodyPr wrap="square" lIns="91440" tIns="45720" rIns="91440" bIns="45720" rtlCol="0" anchor="t">
            <a:spAutoFit/>
          </a:bodyPr>
          <a:lstStyle/>
          <a:p>
            <a:r>
              <a:rPr lang="en-IN" sz="2000" b="1" dirty="0"/>
              <a:t>Proposed Solution: Academic Integrity Intelligence Platform (AIIP)</a:t>
            </a:r>
          </a:p>
          <a:p>
            <a:r>
              <a:rPr lang="en-IN" sz="2000" dirty="0"/>
              <a:t>The proposed solution is an </a:t>
            </a:r>
            <a:r>
              <a:rPr lang="en-IN" sz="2000" b="1" dirty="0"/>
              <a:t>AI-powered Academic Integrity Intelligence Platform (AIIP)</a:t>
            </a:r>
            <a:r>
              <a:rPr lang="en-IN" sz="2000" dirty="0"/>
              <a:t> built using </a:t>
            </a:r>
            <a:r>
              <a:rPr lang="en-IN" sz="2000" b="1" dirty="0"/>
              <a:t>IBM Cloud, IBM watsonx.ai Foundation Models, React, and </a:t>
            </a:r>
            <a:r>
              <a:rPr lang="en-IN" sz="2000" b="1" dirty="0" err="1"/>
              <a:t>FastAPI</a:t>
            </a:r>
            <a:r>
              <a:rPr lang="en-IN" sz="2000" dirty="0"/>
              <a:t> to help educational institutions evaluate assignment submissions efficiently.</a:t>
            </a:r>
          </a:p>
          <a:p>
            <a:r>
              <a:rPr lang="en-IN" sz="2000" dirty="0"/>
              <a:t>The platform allows users to upload assignment PDFs through a web interface. The backend extracts text from the uploaded document and securely sends it to </a:t>
            </a:r>
            <a:r>
              <a:rPr lang="en-IN" sz="2000" b="1" dirty="0"/>
              <a:t>IBM watsonx.ai Foundation Models</a:t>
            </a:r>
            <a:r>
              <a:rPr lang="en-IN" sz="2000" dirty="0"/>
              <a:t> for intelligent analysis.</a:t>
            </a:r>
          </a:p>
          <a:p>
            <a:r>
              <a:rPr lang="en-IN" sz="2000" dirty="0"/>
              <a:t>The AI model generates a comprehensive </a:t>
            </a:r>
            <a:r>
              <a:rPr lang="en-IN" sz="2000" b="1" dirty="0"/>
              <a:t>Academic Integrity Report</a:t>
            </a:r>
            <a:r>
              <a:rPr lang="en-IN" sz="2000" dirty="0"/>
              <a:t> containing an </a:t>
            </a:r>
            <a:r>
              <a:rPr lang="en-IN" sz="2000" b="1" dirty="0"/>
              <a:t>Assignment Summary, Academic Integrity Score (0–100), Possible Plagiarism Observations, AI-Generated Content Analysis, Citation Suggestions, and Recommendations for Improvement.</a:t>
            </a:r>
            <a:endParaRPr lang="en-IN" sz="2000" dirty="0"/>
          </a:p>
          <a:p>
            <a:r>
              <a:rPr lang="en-IN" sz="2000" dirty="0"/>
              <a:t>The system consists of three core modules:</a:t>
            </a:r>
          </a:p>
          <a:p>
            <a:pPr marL="457200" indent="-457200">
              <a:buFont typeface="+mj-lt"/>
              <a:buAutoNum type="arabicPeriod"/>
            </a:pPr>
            <a:r>
              <a:rPr lang="en-IN" sz="2000" b="1" dirty="0"/>
              <a:t>Assignment Upload Module</a:t>
            </a:r>
            <a:r>
              <a:rPr lang="en-IN" sz="2000" dirty="0"/>
              <a:t> – Uploads and manages assignment PDF files. </a:t>
            </a:r>
          </a:p>
          <a:p>
            <a:pPr marL="457200" indent="-457200">
              <a:buFont typeface="+mj-lt"/>
              <a:buAutoNum type="arabicPeriod"/>
            </a:pPr>
            <a:r>
              <a:rPr lang="en-IN" sz="2000" b="1" dirty="0"/>
              <a:t>Document Processing Module</a:t>
            </a:r>
            <a:r>
              <a:rPr lang="en-IN" sz="2000" dirty="0"/>
              <a:t> – Extracts and preprocesses text from uploaded assignments. </a:t>
            </a:r>
          </a:p>
          <a:p>
            <a:pPr marL="457200" indent="-457200">
              <a:buFont typeface="+mj-lt"/>
              <a:buAutoNum type="arabicPeriod"/>
            </a:pPr>
            <a:r>
              <a:rPr lang="en-IN" sz="2000" b="1" dirty="0"/>
              <a:t>AI Analysis Module</a:t>
            </a:r>
            <a:r>
              <a:rPr lang="en-IN" sz="2000" dirty="0"/>
              <a:t> – Uses IBM watsonx.ai Foundation Models to </a:t>
            </a:r>
            <a:r>
              <a:rPr lang="en-IN" sz="2000" dirty="0" err="1"/>
              <a:t>analyze</a:t>
            </a:r>
            <a:r>
              <a:rPr lang="en-IN" sz="2000" dirty="0"/>
              <a:t> content and generate explainable academic integrity reports. </a:t>
            </a:r>
          </a:p>
          <a:p>
            <a:r>
              <a:rPr lang="en-IN" sz="2000" dirty="0"/>
              <a:t>Overall, AIIP provides a </a:t>
            </a:r>
            <a:r>
              <a:rPr lang="en-IN" sz="2000" b="1" dirty="0"/>
              <a:t>scalable, AI-powered, and deployment-ready solution</a:t>
            </a:r>
            <a:r>
              <a:rPr lang="en-IN" sz="2000" dirty="0"/>
              <a:t> that assists educators in identifying potential plagiarism, understanding AI-generated content, and promoting fairness and transparency in academic evaluation.</a:t>
            </a:r>
          </a:p>
          <a:p>
            <a:r>
              <a:rPr lang="en-IN" sz="2000" dirty="0"/>
              <a:t>credible to reviewers.</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946297"/>
            <a:ext cx="10515600" cy="5575309"/>
          </a:xfrm>
          <a:prstGeom prst="rect">
            <a:avLst/>
          </a:prstGeom>
          <a:noFill/>
        </p:spPr>
        <p:txBody>
          <a:bodyPr wrap="square" lIns="91440" tIns="45720" rIns="91440" bIns="45720" rtlCol="0" anchor="t">
            <a:spAutoFit/>
          </a:bodyPr>
          <a:lstStyle/>
          <a:p>
            <a:pPr marL="457200" indent="-457200">
              <a:lnSpc>
                <a:spcPct val="150000"/>
              </a:lnSpc>
              <a:buFont typeface="+mj-lt"/>
              <a:buAutoNum type="arabicPeriod"/>
            </a:pPr>
            <a:r>
              <a:rPr lang="en-IN" sz="2000" b="1" dirty="0"/>
              <a:t>React + Vite + Tailwind CSS</a:t>
            </a:r>
            <a:r>
              <a:rPr lang="en-IN" sz="2000" dirty="0"/>
              <a:t> – Developed a responsive web interface for uploading assignment PDFs and displaying academic integrity reports. </a:t>
            </a:r>
          </a:p>
          <a:p>
            <a:pPr marL="457200" indent="-457200">
              <a:lnSpc>
                <a:spcPct val="150000"/>
              </a:lnSpc>
              <a:buFont typeface="+mj-lt"/>
              <a:buAutoNum type="arabicPeriod"/>
            </a:pPr>
            <a:r>
              <a:rPr lang="en-IN" sz="2000" b="1" dirty="0" err="1"/>
              <a:t>FastAPI</a:t>
            </a:r>
            <a:r>
              <a:rPr lang="en-IN" sz="2000" b="1" dirty="0"/>
              <a:t> (Python)</a:t>
            </a:r>
            <a:r>
              <a:rPr lang="en-IN" sz="2000" dirty="0"/>
              <a:t> – Built REST APIs to process uploaded PDFs, extract text, and communicate with IBM watsonx.ai. </a:t>
            </a:r>
          </a:p>
          <a:p>
            <a:pPr marL="457200" indent="-457200">
              <a:lnSpc>
                <a:spcPct val="150000"/>
              </a:lnSpc>
              <a:buFont typeface="+mj-lt"/>
              <a:buAutoNum type="arabicPeriod"/>
            </a:pPr>
            <a:r>
              <a:rPr lang="en-IN" sz="2000" b="1" dirty="0"/>
              <a:t>IBM watsonx.ai Foundation Models</a:t>
            </a:r>
            <a:r>
              <a:rPr lang="en-IN" sz="2000" dirty="0"/>
              <a:t> – Performs AI-powered assignment analysis, generating an Academic Integrity Score, plagiarism observations, AI-generated content analysis, citation suggestions, and recommendations. </a:t>
            </a:r>
          </a:p>
          <a:p>
            <a:pPr marL="457200" indent="-457200">
              <a:lnSpc>
                <a:spcPct val="150000"/>
              </a:lnSpc>
              <a:buFont typeface="+mj-lt"/>
              <a:buAutoNum type="arabicPeriod"/>
            </a:pPr>
            <a:r>
              <a:rPr lang="en-IN" sz="2000" b="1" dirty="0"/>
              <a:t>IBM Cloud</a:t>
            </a:r>
            <a:r>
              <a:rPr lang="en-IN" sz="2000" dirty="0"/>
              <a:t> – Provides secure cloud infrastructure and authentication services for accessing IBM AI models. </a:t>
            </a:r>
          </a:p>
          <a:p>
            <a:pPr marL="457200" indent="-457200">
              <a:lnSpc>
                <a:spcPct val="150000"/>
              </a:lnSpc>
              <a:buFont typeface="+mj-lt"/>
              <a:buAutoNum type="arabicPeriod"/>
            </a:pPr>
            <a:r>
              <a:rPr lang="en-IN" sz="2000" b="1" dirty="0"/>
              <a:t>PyPDF2</a:t>
            </a:r>
            <a:r>
              <a:rPr lang="en-IN" sz="2000" dirty="0"/>
              <a:t> – Extracts text from uploaded PDF assignments for AI analysis. </a:t>
            </a:r>
          </a:p>
          <a:p>
            <a:pPr marL="457200" indent="-457200">
              <a:lnSpc>
                <a:spcPct val="150000"/>
              </a:lnSpc>
              <a:buFont typeface="+mj-lt"/>
              <a:buAutoNum type="arabicPeriod"/>
            </a:pPr>
            <a:r>
              <a:rPr lang="en-IN" sz="2000" b="1" dirty="0"/>
              <a:t>IBM Identity &amp; Access Management (IAM)</a:t>
            </a:r>
            <a:r>
              <a:rPr lang="en-IN" sz="2000" dirty="0"/>
              <a:t> – Authenticates secure API access to IBM watsonx.ai services. </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IN" sz="2400" b="1" dirty="0"/>
              <a:t>Architecture blueprint</a:t>
            </a:r>
            <a:endParaRPr lang="en-IN" sz="2400" dirty="0"/>
          </a:p>
          <a:p>
            <a:br>
              <a:rPr lang="en-IN" sz="2400" dirty="0"/>
            </a:br>
            <a:endParaRPr sz="2400" b="1" dirty="0">
              <a:sym typeface="Times New Roman"/>
            </a:endParaRPr>
          </a:p>
        </p:txBody>
      </p:sp>
      <p:pic>
        <p:nvPicPr>
          <p:cNvPr id="4" name="Picture 3">
            <a:extLst>
              <a:ext uri="{FF2B5EF4-FFF2-40B4-BE49-F238E27FC236}">
                <a16:creationId xmlns:a16="http://schemas.microsoft.com/office/drawing/2014/main" id="{FFD7F647-70D8-5392-FF8F-A499A081706A}"/>
              </a:ext>
            </a:extLst>
          </p:cNvPr>
          <p:cNvPicPr>
            <a:picLocks noChangeAspect="1"/>
          </p:cNvPicPr>
          <p:nvPr/>
        </p:nvPicPr>
        <p:blipFill>
          <a:blip r:embed="rId3"/>
          <a:srcRect l="872" t="10179"/>
          <a:stretch>
            <a:fillRect/>
          </a:stretch>
        </p:blipFill>
        <p:spPr>
          <a:xfrm>
            <a:off x="1042218" y="698090"/>
            <a:ext cx="10197281" cy="615991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IN" sz="2400" b="1" dirty="0"/>
              <a:t>Home Page</a:t>
            </a:r>
            <a:endParaRPr lang="en-US" sz="2400" b="1" dirty="0">
              <a:solidFill>
                <a:schemeClr val="dk1"/>
              </a:solidFill>
              <a:latin typeface="Calibri"/>
              <a:ea typeface="Calibri"/>
              <a:cs typeface="Calibri"/>
            </a:endParaRPr>
          </a:p>
        </p:txBody>
      </p:sp>
      <p:pic>
        <p:nvPicPr>
          <p:cNvPr id="6" name="Picture 5">
            <a:extLst>
              <a:ext uri="{FF2B5EF4-FFF2-40B4-BE49-F238E27FC236}">
                <a16:creationId xmlns:a16="http://schemas.microsoft.com/office/drawing/2014/main" id="{C251A111-AEFD-B491-4754-48B5713803B6}"/>
              </a:ext>
            </a:extLst>
          </p:cNvPr>
          <p:cNvPicPr>
            <a:picLocks noChangeAspect="1"/>
          </p:cNvPicPr>
          <p:nvPr/>
        </p:nvPicPr>
        <p:blipFill>
          <a:blip r:embed="rId3"/>
          <a:stretch>
            <a:fillRect/>
          </a:stretch>
        </p:blipFill>
        <p:spPr>
          <a:xfrm>
            <a:off x="1135625" y="771747"/>
            <a:ext cx="9920749" cy="5575895"/>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IN" sz="2400" b="1" dirty="0"/>
              <a:t>Upload Assignment Page</a:t>
            </a:r>
            <a:endParaRPr lang="en-US" sz="2400" b="1" dirty="0">
              <a:solidFill>
                <a:schemeClr val="dk1"/>
              </a:solidFill>
              <a:latin typeface="Calibri"/>
              <a:ea typeface="Calibri"/>
              <a:cs typeface="Calibri"/>
            </a:endParaRPr>
          </a:p>
        </p:txBody>
      </p:sp>
      <p:pic>
        <p:nvPicPr>
          <p:cNvPr id="4" name="Picture 3">
            <a:extLst>
              <a:ext uri="{FF2B5EF4-FFF2-40B4-BE49-F238E27FC236}">
                <a16:creationId xmlns:a16="http://schemas.microsoft.com/office/drawing/2014/main" id="{197A1B43-F9AD-4565-7949-91295C4C92F1}"/>
              </a:ext>
            </a:extLst>
          </p:cNvPr>
          <p:cNvPicPr>
            <a:picLocks noChangeAspect="1"/>
          </p:cNvPicPr>
          <p:nvPr/>
        </p:nvPicPr>
        <p:blipFill>
          <a:blip r:embed="rId3"/>
          <a:stretch>
            <a:fillRect/>
          </a:stretch>
        </p:blipFill>
        <p:spPr>
          <a:xfrm>
            <a:off x="1091380" y="771747"/>
            <a:ext cx="10009239" cy="56256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42948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dirty="0"/>
              <a:t>Academic Integrity Report</a:t>
            </a:r>
            <a:endParaRPr lang="en-US" dirty="0"/>
          </a:p>
        </p:txBody>
      </p:sp>
      <p:pic>
        <p:nvPicPr>
          <p:cNvPr id="3" name="Picture 2">
            <a:extLst>
              <a:ext uri="{FF2B5EF4-FFF2-40B4-BE49-F238E27FC236}">
                <a16:creationId xmlns:a16="http://schemas.microsoft.com/office/drawing/2014/main" id="{6D098931-7428-A219-1C42-4D5EF56BD663}"/>
              </a:ext>
            </a:extLst>
          </p:cNvPr>
          <p:cNvPicPr>
            <a:picLocks noChangeAspect="1"/>
          </p:cNvPicPr>
          <p:nvPr/>
        </p:nvPicPr>
        <p:blipFill>
          <a:blip r:embed="rId2"/>
          <a:stretch>
            <a:fillRect/>
          </a:stretch>
        </p:blipFill>
        <p:spPr>
          <a:xfrm>
            <a:off x="1120509" y="669045"/>
            <a:ext cx="9950982" cy="5577323"/>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DD92D-BDB9-C9FB-90AF-DC3679A8321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0DC18A0-242D-5B8C-E48A-3D3A410CED03}"/>
              </a:ext>
            </a:extLst>
          </p:cNvPr>
          <p:cNvSpPr txBox="1"/>
          <p:nvPr/>
        </p:nvSpPr>
        <p:spPr>
          <a:xfrm>
            <a:off x="414759" y="207380"/>
            <a:ext cx="42948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dirty="0"/>
              <a:t>Future Enhancements</a:t>
            </a:r>
            <a:endParaRPr lang="en-US" dirty="0"/>
          </a:p>
        </p:txBody>
      </p:sp>
      <p:sp>
        <p:nvSpPr>
          <p:cNvPr id="2" name="TextBox 1">
            <a:extLst>
              <a:ext uri="{FF2B5EF4-FFF2-40B4-BE49-F238E27FC236}">
                <a16:creationId xmlns:a16="http://schemas.microsoft.com/office/drawing/2014/main" id="{5C8623A4-65E9-82D4-75BB-A1D59AE0D1FF}"/>
              </a:ext>
            </a:extLst>
          </p:cNvPr>
          <p:cNvSpPr txBox="1"/>
          <p:nvPr/>
        </p:nvSpPr>
        <p:spPr>
          <a:xfrm>
            <a:off x="414759" y="772210"/>
            <a:ext cx="11610093" cy="2585323"/>
          </a:xfrm>
          <a:prstGeom prst="rect">
            <a:avLst/>
          </a:prstGeom>
          <a:noFill/>
        </p:spPr>
        <p:txBody>
          <a:bodyPr wrap="square" rtlCol="0">
            <a:spAutoFit/>
          </a:bodyPr>
          <a:lstStyle/>
          <a:p>
            <a:r>
              <a:rPr lang="en-IN" sz="1800" b="1" dirty="0"/>
              <a:t>Future Integration with IBM </a:t>
            </a:r>
            <a:r>
              <a:rPr lang="en-IN" sz="1800" b="1" dirty="0" err="1"/>
              <a:t>watsonx</a:t>
            </a:r>
            <a:r>
              <a:rPr lang="en-IN" sz="1800" b="1" dirty="0"/>
              <a:t> Orchestrate</a:t>
            </a:r>
            <a:endParaRPr lang="en-IN" sz="1800" dirty="0"/>
          </a:p>
          <a:p>
            <a:r>
              <a:rPr lang="en-IN" sz="1800" dirty="0"/>
              <a:t>In the next phase of AIIP, we plan to integrate </a:t>
            </a:r>
            <a:r>
              <a:rPr lang="en-IN" sz="1800" b="1" dirty="0"/>
              <a:t>IBM </a:t>
            </a:r>
            <a:r>
              <a:rPr lang="en-IN" sz="1800" b="1" dirty="0" err="1"/>
              <a:t>watsonx</a:t>
            </a:r>
            <a:r>
              <a:rPr lang="en-IN" sz="1800" b="1" dirty="0"/>
              <a:t> Orchestrate</a:t>
            </a:r>
            <a:r>
              <a:rPr lang="en-IN" sz="1800" dirty="0"/>
              <a:t> as an intelligent academic assistant. The agent will help faculty and students interact with the platform using natural language by:</a:t>
            </a:r>
          </a:p>
          <a:p>
            <a:pPr marL="342900" indent="-342900">
              <a:buFont typeface="Arial" panose="020B0604020202020204" pitchFamily="34" charset="0"/>
              <a:buChar char="•"/>
            </a:pPr>
            <a:r>
              <a:rPr lang="en-IN" sz="1800" b="1" dirty="0"/>
              <a:t>Answering questions about Academic Integrity Reports. </a:t>
            </a:r>
          </a:p>
          <a:p>
            <a:pPr marL="342900" indent="-342900">
              <a:buFont typeface="Arial" panose="020B0604020202020204" pitchFamily="34" charset="0"/>
              <a:buChar char="•"/>
            </a:pPr>
            <a:r>
              <a:rPr lang="en-IN" sz="1800" b="1" dirty="0"/>
              <a:t>Explaining plagiarism observations and AI-generated content analysis. </a:t>
            </a:r>
          </a:p>
          <a:p>
            <a:pPr marL="342900" indent="-342900">
              <a:buFont typeface="Arial" panose="020B0604020202020204" pitchFamily="34" charset="0"/>
              <a:buChar char="•"/>
            </a:pPr>
            <a:r>
              <a:rPr lang="en-IN" sz="1800" b="1" dirty="0"/>
              <a:t>Providing citation guidance and academic writing best practices. </a:t>
            </a:r>
          </a:p>
          <a:p>
            <a:pPr marL="342900" indent="-342900">
              <a:buFont typeface="Arial" panose="020B0604020202020204" pitchFamily="34" charset="0"/>
              <a:buChar char="•"/>
            </a:pPr>
            <a:r>
              <a:rPr lang="en-IN" sz="1800" b="1" dirty="0"/>
              <a:t>Assisting faculty in interpreting AI-generated recommendations. </a:t>
            </a:r>
          </a:p>
          <a:p>
            <a:pPr marL="342900" indent="-342900">
              <a:buFont typeface="Arial" panose="020B0604020202020204" pitchFamily="34" charset="0"/>
              <a:buChar char="•"/>
            </a:pPr>
            <a:r>
              <a:rPr lang="en-IN" sz="1800" b="1" dirty="0"/>
              <a:t>Supporting institutional academic integrity policies through conversational AI.</a:t>
            </a:r>
          </a:p>
          <a:p>
            <a:endParaRPr lang="en-IN" sz="1800" dirty="0"/>
          </a:p>
        </p:txBody>
      </p:sp>
      <p:pic>
        <p:nvPicPr>
          <p:cNvPr id="6" name="Picture 5">
            <a:extLst>
              <a:ext uri="{FF2B5EF4-FFF2-40B4-BE49-F238E27FC236}">
                <a16:creationId xmlns:a16="http://schemas.microsoft.com/office/drawing/2014/main" id="{D326F9C7-DE7D-A15D-A29A-9582A744534E}"/>
              </a:ext>
            </a:extLst>
          </p:cNvPr>
          <p:cNvPicPr>
            <a:picLocks noChangeAspect="1"/>
          </p:cNvPicPr>
          <p:nvPr/>
        </p:nvPicPr>
        <p:blipFill>
          <a:blip r:embed="rId2"/>
          <a:stretch>
            <a:fillRect/>
          </a:stretch>
        </p:blipFill>
        <p:spPr>
          <a:xfrm>
            <a:off x="570271" y="3073055"/>
            <a:ext cx="7600334" cy="3336539"/>
          </a:xfrm>
          <a:prstGeom prst="rect">
            <a:avLst/>
          </a:prstGeom>
        </p:spPr>
      </p:pic>
      <p:pic>
        <p:nvPicPr>
          <p:cNvPr id="8" name="Picture 7">
            <a:extLst>
              <a:ext uri="{FF2B5EF4-FFF2-40B4-BE49-F238E27FC236}">
                <a16:creationId xmlns:a16="http://schemas.microsoft.com/office/drawing/2014/main" id="{940FB9DE-5731-BED2-B050-4D75B63547CC}"/>
              </a:ext>
            </a:extLst>
          </p:cNvPr>
          <p:cNvPicPr>
            <a:picLocks noChangeAspect="1"/>
          </p:cNvPicPr>
          <p:nvPr/>
        </p:nvPicPr>
        <p:blipFill>
          <a:blip r:embed="rId3"/>
          <a:srcRect r="5255"/>
          <a:stretch>
            <a:fillRect/>
          </a:stretch>
        </p:blipFill>
        <p:spPr>
          <a:xfrm>
            <a:off x="8326117" y="3073054"/>
            <a:ext cx="3854248" cy="3239255"/>
          </a:xfrm>
          <a:prstGeom prst="rect">
            <a:avLst/>
          </a:prstGeom>
        </p:spPr>
      </p:pic>
      <p:sp>
        <p:nvSpPr>
          <p:cNvPr id="9" name="TextBox 8">
            <a:extLst>
              <a:ext uri="{FF2B5EF4-FFF2-40B4-BE49-F238E27FC236}">
                <a16:creationId xmlns:a16="http://schemas.microsoft.com/office/drawing/2014/main" id="{3423122C-7EF7-5CD4-1143-75FBDD67E5B2}"/>
              </a:ext>
            </a:extLst>
          </p:cNvPr>
          <p:cNvSpPr txBox="1"/>
          <p:nvPr/>
        </p:nvSpPr>
        <p:spPr>
          <a:xfrm>
            <a:off x="219230" y="6505978"/>
            <a:ext cx="11753539" cy="307777"/>
          </a:xfrm>
          <a:prstGeom prst="rect">
            <a:avLst/>
          </a:prstGeom>
          <a:noFill/>
        </p:spPr>
        <p:txBody>
          <a:bodyPr wrap="none" rtlCol="0">
            <a:spAutoFit/>
          </a:bodyPr>
          <a:lstStyle/>
          <a:p>
            <a:r>
              <a:rPr lang="en-IN" b="1" dirty="0"/>
              <a:t>Status:</a:t>
            </a:r>
            <a:r>
              <a:rPr lang="en-IN" dirty="0"/>
              <a:t> Prototype agent created in IBM </a:t>
            </a:r>
            <a:r>
              <a:rPr lang="en-IN" dirty="0" err="1"/>
              <a:t>watsonx</a:t>
            </a:r>
            <a:r>
              <a:rPr lang="en-IN" dirty="0"/>
              <a:t> Orchestrate. Integration with the AIIP web application is planned for the next development phase.</a:t>
            </a:r>
          </a:p>
        </p:txBody>
      </p:sp>
    </p:spTree>
    <p:extLst>
      <p:ext uri="{BB962C8B-B14F-4D97-AF65-F5344CB8AC3E}">
        <p14:creationId xmlns:p14="http://schemas.microsoft.com/office/powerpoint/2010/main" val="666347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4611519"/>
          </a:xfrm>
          <a:prstGeom prst="rect">
            <a:avLst/>
          </a:prstGeom>
          <a:noFill/>
        </p:spPr>
        <p:txBody>
          <a:bodyPr wrap="square" lIns="91440" tIns="45720" rIns="91440" bIns="45720" rtlCol="0" anchor="t">
            <a:spAutoFit/>
          </a:bodyPr>
          <a:lstStyle/>
          <a:p>
            <a:pPr marL="342900" indent="-342900">
              <a:lnSpc>
                <a:spcPct val="150000"/>
              </a:lnSpc>
              <a:buFont typeface="+mj-lt"/>
              <a:buAutoNum type="arabicPeriod"/>
            </a:pPr>
            <a:r>
              <a:rPr lang="en-IN" sz="1800" b="1" dirty="0"/>
              <a:t>AI-powered Academic Integrity Analysis</a:t>
            </a:r>
            <a:r>
              <a:rPr lang="en-IN" sz="1800" dirty="0"/>
              <a:t> automates the evaluation of assignment submissions, reducing manual review time for educators. </a:t>
            </a:r>
          </a:p>
          <a:p>
            <a:pPr marL="342900" indent="-342900">
              <a:lnSpc>
                <a:spcPct val="150000"/>
              </a:lnSpc>
              <a:buFont typeface="+mj-lt"/>
              <a:buAutoNum type="arabicPeriod"/>
            </a:pPr>
            <a:r>
              <a:rPr lang="en-IN" sz="1800" b="1" dirty="0"/>
              <a:t>IBM watsonx.ai Foundation Models</a:t>
            </a:r>
            <a:r>
              <a:rPr lang="en-IN" sz="1800" dirty="0"/>
              <a:t> provide intelligent analysis by generating assignment summaries, academic integrity scores, plagiarism observations, and AI-generated content analysis. </a:t>
            </a:r>
          </a:p>
          <a:p>
            <a:pPr marL="342900" indent="-342900">
              <a:lnSpc>
                <a:spcPct val="150000"/>
              </a:lnSpc>
              <a:buFont typeface="+mj-lt"/>
              <a:buAutoNum type="arabicPeriod"/>
            </a:pPr>
            <a:r>
              <a:rPr lang="en-IN" sz="1800" b="1" dirty="0"/>
              <a:t>Single Integrated Platform</a:t>
            </a:r>
            <a:r>
              <a:rPr lang="en-IN" sz="1800" dirty="0"/>
              <a:t> combines PDF upload, text extraction, AI analysis, and report generation into one easy-to-use web application. </a:t>
            </a:r>
          </a:p>
          <a:p>
            <a:pPr marL="342900" indent="-342900">
              <a:lnSpc>
                <a:spcPct val="150000"/>
              </a:lnSpc>
              <a:buFont typeface="+mj-lt"/>
              <a:buAutoNum type="arabicPeriod"/>
            </a:pPr>
            <a:r>
              <a:rPr lang="en-IN" sz="1800" b="1" dirty="0"/>
              <a:t>Explainable AI Reports</a:t>
            </a:r>
            <a:r>
              <a:rPr lang="en-IN" sz="1800" dirty="0"/>
              <a:t> provide integrity scores along with plagiarism observations, citation suggestions, and recommendations, enabling transparent academic evaluation. </a:t>
            </a:r>
          </a:p>
          <a:p>
            <a:pPr marL="342900" indent="-342900">
              <a:lnSpc>
                <a:spcPct val="150000"/>
              </a:lnSpc>
              <a:buFont typeface="+mj-lt"/>
              <a:buAutoNum type="arabicPeriod"/>
            </a:pPr>
            <a:r>
              <a:rPr lang="en-IN" sz="1800" b="1" dirty="0"/>
              <a:t>Scalable and Deployment-Ready Architecture</a:t>
            </a:r>
            <a:r>
              <a:rPr lang="en-IN" sz="1800" dirty="0"/>
              <a:t> built with </a:t>
            </a:r>
            <a:r>
              <a:rPr lang="en-IN" sz="1800" b="1" dirty="0"/>
              <a:t>React, </a:t>
            </a:r>
            <a:r>
              <a:rPr lang="en-IN" sz="1800" b="1" dirty="0" err="1"/>
              <a:t>FastAPI</a:t>
            </a:r>
            <a:r>
              <a:rPr lang="en-IN" sz="1800" b="1" dirty="0"/>
              <a:t>, and IBM Cloud</a:t>
            </a:r>
            <a:r>
              <a:rPr lang="en-IN" sz="1800" dirty="0"/>
              <a:t>, allowing future integration with Learning Management Systems (LMS), institutional databases, and conversational AI assistants. </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3"/>
              </a:rPr>
              <a:t>kanishkatyagi1/Academic-Integrity-Intelligence-Platform</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580103" y="4108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580103" y="1221715"/>
            <a:ext cx="11307097" cy="4277001"/>
          </a:xfrm>
          <a:prstGeom prst="rect">
            <a:avLst/>
          </a:prstGeom>
          <a:noFill/>
          <a:ln>
            <a:noFill/>
          </a:ln>
        </p:spPr>
        <p:txBody>
          <a:bodyPr spcFirstLastPara="1" wrap="square" lIns="0" tIns="0" rIns="0" bIns="0" anchor="t" anchorCtr="0">
            <a:noAutofit/>
          </a:bodyPr>
          <a:lstStyle/>
          <a:p>
            <a:pPr marL="457200" indent="-457200">
              <a:lnSpc>
                <a:spcPct val="150000"/>
              </a:lnSpc>
              <a:buFont typeface="+mj-lt"/>
              <a:buAutoNum type="arabicPeriod"/>
            </a:pPr>
            <a:r>
              <a:rPr lang="en-IN" sz="2000" b="1" dirty="0"/>
              <a:t>Learning Management System (LMS) Integration</a:t>
            </a:r>
            <a:r>
              <a:rPr lang="en-IN" sz="2000" dirty="0"/>
              <a:t> – Integrate AIIP with platforms like Moodle, Canvas, and Google Classroom for seamless assignment evaluation. </a:t>
            </a:r>
          </a:p>
          <a:p>
            <a:pPr marL="457200" indent="-457200">
              <a:lnSpc>
                <a:spcPct val="150000"/>
              </a:lnSpc>
              <a:buFont typeface="+mj-lt"/>
              <a:buAutoNum type="arabicPeriod"/>
            </a:pPr>
            <a:r>
              <a:rPr lang="en-IN" sz="2000" b="1" dirty="0"/>
              <a:t>Advanced Semantic Plagiarism Detection</a:t>
            </a:r>
            <a:r>
              <a:rPr lang="en-IN" sz="2000" dirty="0"/>
              <a:t> – Incorporate vector databases and semantic similarity models to detect paraphrased and context-based plagiarism. </a:t>
            </a:r>
          </a:p>
          <a:p>
            <a:pPr marL="457200" indent="-457200">
              <a:lnSpc>
                <a:spcPct val="150000"/>
              </a:lnSpc>
              <a:buFont typeface="+mj-lt"/>
              <a:buAutoNum type="arabicPeriod"/>
            </a:pPr>
            <a:r>
              <a:rPr lang="en-IN" sz="2000" b="1" dirty="0"/>
              <a:t>IBM </a:t>
            </a:r>
            <a:r>
              <a:rPr lang="en-IN" sz="2000" b="1" dirty="0" err="1"/>
              <a:t>watsonx</a:t>
            </a:r>
            <a:r>
              <a:rPr lang="en-IN" sz="2000" b="1" dirty="0"/>
              <a:t> Orchestrate Integration</a:t>
            </a:r>
            <a:r>
              <a:rPr lang="en-IN" sz="2000" dirty="0"/>
              <a:t> – Integrate the prototype AI assistant to help faculty and students understand reports, academic integrity policies, and citation best practices. </a:t>
            </a:r>
          </a:p>
          <a:p>
            <a:pPr marL="457200" indent="-457200">
              <a:lnSpc>
                <a:spcPct val="150000"/>
              </a:lnSpc>
              <a:buFont typeface="+mj-lt"/>
              <a:buAutoNum type="arabicPeriod"/>
            </a:pPr>
            <a:r>
              <a:rPr lang="en-IN" sz="2000" b="1" dirty="0"/>
              <a:t>Multi-Language Support</a:t>
            </a:r>
            <a:r>
              <a:rPr lang="en-IN" sz="2000" dirty="0"/>
              <a:t> – Extend AI analysis to assignments written in multiple languages for broader educational adoption. </a:t>
            </a:r>
          </a:p>
          <a:p>
            <a:pPr marL="457200" indent="-457200">
              <a:lnSpc>
                <a:spcPct val="150000"/>
              </a:lnSpc>
              <a:buFont typeface="+mj-lt"/>
              <a:buAutoNum type="arabicPeriod"/>
            </a:pPr>
            <a:r>
              <a:rPr lang="en-IN" sz="2000" b="1" dirty="0"/>
              <a:t>Institutional Dashboard &amp; Analytics</a:t>
            </a:r>
            <a:r>
              <a:rPr lang="en-IN" sz="2000" dirty="0"/>
              <a:t> – Provide administrators with insights into submission trends, integrity scores, and academic performance through interactive dashboards. </a:t>
            </a:r>
          </a:p>
          <a:p>
            <a:pPr marL="457200" indent="-457200">
              <a:lnSpc>
                <a:spcPct val="150000"/>
              </a:lnSpc>
              <a:buFont typeface="+mj-lt"/>
              <a:buAutoNum type="arabicPeriod"/>
            </a:pPr>
            <a:r>
              <a:rPr lang="en-IN" sz="2000" b="1" dirty="0"/>
              <a:t>Scalable Cloud Deployment</a:t>
            </a:r>
            <a:r>
              <a:rPr lang="en-IN" sz="2000" dirty="0"/>
              <a:t> – Deploy AIIP as a secure SaaS solution on IBM Cloud, enabling universities and educational institutions to use the platform at scale. </a:t>
            </a: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24E05072-96FC-3250-4637-4B96A4276A82}"/>
              </a:ext>
            </a:extLst>
          </p:cNvPr>
          <p:cNvPicPr>
            <a:picLocks noChangeAspect="1"/>
          </p:cNvPicPr>
          <p:nvPr/>
        </p:nvPicPr>
        <p:blipFill>
          <a:blip r:embed="rId2"/>
          <a:srcRect l="632"/>
          <a:stretch>
            <a:fillRect/>
          </a:stretch>
        </p:blipFill>
        <p:spPr>
          <a:xfrm>
            <a:off x="2074606" y="831700"/>
            <a:ext cx="7731126" cy="581892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AEF9B292-28B3-28EF-3253-1DD28DFF8660}"/>
              </a:ext>
            </a:extLst>
          </p:cNvPr>
          <p:cNvPicPr>
            <a:picLocks noChangeAspect="1"/>
          </p:cNvPicPr>
          <p:nvPr/>
        </p:nvPicPr>
        <p:blipFill>
          <a:blip r:embed="rId2"/>
          <a:stretch>
            <a:fillRect/>
          </a:stretch>
        </p:blipFill>
        <p:spPr>
          <a:xfrm>
            <a:off x="1703429" y="814077"/>
            <a:ext cx="9138533" cy="5621034"/>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931</Words>
  <Application>Microsoft Office PowerPoint</Application>
  <PresentationFormat>Widescreen</PresentationFormat>
  <Paragraphs>66</Paragraphs>
  <Slides>16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Kanishka Tyagi</cp:lastModifiedBy>
  <cp:revision>3</cp:revision>
  <dcterms:created xsi:type="dcterms:W3CDTF">2025-07-08T05:06:56Z</dcterms:created>
  <dcterms:modified xsi:type="dcterms:W3CDTF">2026-07-10T19:30:02Z</dcterms:modified>
</cp:coreProperties>
</file>